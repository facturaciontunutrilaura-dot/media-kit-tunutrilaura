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tunutrilaura.com" TargetMode="External"/><Relationship Id="rId3" Type="http://schemas.openxmlformats.org/officeDocument/2006/relationships/hyperlink" Target="https://tunutrilaura.com" TargetMode="External"/><Relationship Id="rId4" Type="http://schemas.openxmlformats.org/officeDocument/2006/relationships/hyperlink" Target="https://www.instagram.com/tunutrilaura/" TargetMode="External"/><Relationship Id="rId1" Type="http://schemas.openxmlformats.org/officeDocument/2006/relationships/image" Target="../media/image-11-1.jpg"/><Relationship Id="rId5" Type="http://schemas.openxmlformats.org/officeDocument/2006/relationships/image" Target="../media/image-1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ortad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pic>
        <p:nvPicPr>
          <p:cNvPr id="3" name="Image 1" descr="img/gall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329184"/>
            <a:ext cx="329184" cy="32735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60400" y="5669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MEDIA KIT · 2026</a:t>
            </a:r>
            <a:endParaRPr lang="en-US" sz="760" dirty="0"/>
          </a:p>
        </p:txBody>
      </p:sp>
      <p:sp>
        <p:nvSpPr>
          <p:cNvPr id="5" name="Text 1"/>
          <p:cNvSpPr txBox="1"/>
          <p:nvPr/>
        </p:nvSpPr>
        <p:spPr>
          <a:xfrm>
            <a:off x="605536" y="7498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Laura Barbero</a:t>
            </a:r>
            <a:endParaRPr lang="en-US" sz="4600" dirty="0"/>
          </a:p>
        </p:txBody>
      </p:sp>
      <p:sp>
        <p:nvSpPr>
          <p:cNvPr id="6" name="Text 2"/>
          <p:cNvSpPr txBox="1"/>
          <p:nvPr/>
        </p:nvSpPr>
        <p:spPr>
          <a:xfrm>
            <a:off x="6604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Dietista-nutricionista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660400" y="1993392"/>
            <a:ext cx="15240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60400" y="2157984"/>
            <a:ext cx="3172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6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Especializada en trastornos de la conducta alimentaria, relación con la comida e imagen corporal. Acompaño sin poner el peso en el centro y en equipo con psicólogas especializadas.</a:t>
            </a:r>
            <a:endParaRPr lang="en-US" sz="960" dirty="0"/>
          </a:p>
        </p:txBody>
      </p:sp>
      <p:pic>
        <p:nvPicPr>
          <p:cNvPr id="9" name="Image 2" descr="img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4023360"/>
            <a:ext cx="1499616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926080" y="418795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800" spc="14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@tunutrilaura</a:t>
            </a:r>
            <a:endParaRPr lang="en-US" sz="800" dirty="0"/>
          </a:p>
          <a:p>
            <a:pPr algn="r" indent="0" marL="0">
              <a:lnSpc>
                <a:spcPct val="190000"/>
              </a:lnSpc>
              <a:buNone/>
            </a:pPr>
            <a:r>
              <a:rPr lang="en-US" sz="800" spc="14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tunutrilaura.com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Contenido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255524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376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44448" y="1437640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Sobre mí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0400" y="1821688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400" y="19131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44448" y="1913128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Qué es tunutrilaura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0400" y="2297176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400" y="238861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44448" y="2388616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Temas para conversar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0400" y="2772664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400" y="28641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44448" y="2864104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Preguntas para un podcast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0400" y="3248152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20440" y="1346200"/>
            <a:ext cx="255524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14376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04488" y="1437640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Mitos que desmontar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520440" y="1821688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20440" y="191312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904488" y="1913128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 mirada profesional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20440" y="2297176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20440" y="238861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904488" y="2388616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qué puedo participar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520440" y="2772664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20440" y="28641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04488" y="2864104"/>
            <a:ext cx="2171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 dicho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520440" y="3248152"/>
            <a:ext cx="2555240" cy="6350"/>
          </a:xfrm>
          <a:prstGeom prst="rect">
            <a:avLst/>
          </a:prstGeom>
          <a:solidFill>
            <a:srgbClr val="D8C1B5"/>
          </a:solidFill>
          <a:ln/>
        </p:spPr>
      </p:sp>
      <p:pic>
        <p:nvPicPr>
          <p:cNvPr id="29" name="Image 0" descr="img/escritor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80480" y="1346200"/>
            <a:ext cx="2103120" cy="201168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tunutrilaura · media kit 2026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Sobre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mí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438912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92504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 llamo </a:t>
            </a:r>
            <a:pPr indent="0" marL="0">
              <a:lnSpc>
                <a:spcPct val="150000"/>
              </a:lnSpc>
              <a:buNone/>
            </a:pPr>
            <a:r>
              <a:rPr lang="en-US" sz="930" b="1" dirty="0">
                <a:solidFill>
                  <a:srgbClr val="4B3A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Laura Barbero</a:t>
            </a:r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soy dietista-nutricionista especializada en trastornos de la conducta alimentaria, relación con la comida e imagen corporal.
</a:t>
            </a:r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
A los catorce me diagnosticaron un TCA. Esa vivencia fue la que me llevó a estudiar Nutrición Humana y Dietética, y la que le dio sentido a mi profesión.
</a:t>
            </a:r>
            <a:pPr indent="0" marL="0">
              <a:lnSpc>
                <a:spcPct val="150000"/>
              </a:lnSpc>
              <a:buNone/>
            </a:pPr>
            <a:endParaRPr lang="en-US" sz="93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Hoy acompaño a quienes han perdido la paz con la comida, sin poner el peso en el centro y en equipo con psicólogas especializadas.</a:t>
            </a:r>
            <a:endParaRPr lang="en-US" sz="930" dirty="0"/>
          </a:p>
        </p:txBody>
      </p:sp>
      <p:sp>
        <p:nvSpPr>
          <p:cNvPr id="5" name="Shape 3"/>
          <p:cNvSpPr/>
          <p:nvPr/>
        </p:nvSpPr>
        <p:spPr>
          <a:xfrm>
            <a:off x="660400" y="3675888"/>
            <a:ext cx="13106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0400" y="376732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60400" y="4169664"/>
            <a:ext cx="131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1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AÑOS EN CONSULTA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199640" y="3675888"/>
            <a:ext cx="13106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9640" y="376732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+200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199640" y="4169664"/>
            <a:ext cx="131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1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MUJERES ACOMPAÑADAS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738880" y="3675888"/>
            <a:ext cx="131064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8880" y="376732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38880" y="4169664"/>
            <a:ext cx="131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1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ONLINE, TODA ESPAÑA</a:t>
            </a:r>
            <a:endParaRPr lang="en-US" sz="740" dirty="0"/>
          </a:p>
        </p:txBody>
      </p:sp>
      <p:pic>
        <p:nvPicPr>
          <p:cNvPr id="14" name="Image 0" descr="img/sof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54320" y="1346200"/>
            <a:ext cx="3129280" cy="310896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Colegiada CAT2732 · CoDiNuCat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Qué es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tunutrilaura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04241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es una consulta de nutrición al uso. Es una forma de entender la alimentación que se apoya en cuatro pilares.</a:t>
            </a:r>
            <a:endParaRPr lang="en-US" sz="930" dirty="0"/>
          </a:p>
        </p:txBody>
      </p:sp>
      <p:sp>
        <p:nvSpPr>
          <p:cNvPr id="4" name="Shape 2"/>
          <p:cNvSpPr/>
          <p:nvPr/>
        </p:nvSpPr>
        <p:spPr>
          <a:xfrm>
            <a:off x="660400" y="1572768"/>
            <a:ext cx="17653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0400" y="1682496"/>
            <a:ext cx="17653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Trastornos de la conducta alimentaria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0400" y="2414016"/>
            <a:ext cx="1765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Identificar, acompañar y derivar. Sin dramatizar y sin minimizar.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679700" y="1572768"/>
            <a:ext cx="17653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79700" y="1682496"/>
            <a:ext cx="17653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Relación con la comida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79700" y="2414016"/>
            <a:ext cx="1765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Antes del qué comer está el cómo se vive lo que se come.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99000" y="1572768"/>
            <a:ext cx="17653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9000" y="1682496"/>
            <a:ext cx="17653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Imagen corporal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99000" y="2414016"/>
            <a:ext cx="1765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Cómo miramos nuestro cuerpo determina cómo comemos.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718300" y="1572768"/>
            <a:ext cx="17653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18300" y="1682496"/>
            <a:ext cx="17653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Psiconutrición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718300" y="2414016"/>
            <a:ext cx="1765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Nutrición y psicología de la mano, nunca por separado.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60400" y="3218688"/>
            <a:ext cx="7823200" cy="786384"/>
          </a:xfrm>
          <a:prstGeom prst="rect">
            <a:avLst/>
          </a:prstGeom>
          <a:solidFill>
            <a:srgbClr val="E7D7C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9000" y="3364992"/>
            <a:ext cx="350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 QUE SÍ</a:t>
            </a:r>
            <a:endParaRPr lang="en-US" sz="760" dirty="0"/>
          </a:p>
        </p:txBody>
      </p:sp>
      <p:sp>
        <p:nvSpPr>
          <p:cNvPr id="18" name="Text 16"/>
          <p:cNvSpPr txBox="1"/>
          <p:nvPr/>
        </p:nvSpPr>
        <p:spPr>
          <a:xfrm>
            <a:off x="889000" y="3547872"/>
            <a:ext cx="350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B3A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Enfoque no centrado en el peso · Escucha sin juicios · Nutrición y emoción de la mano · El ritmo de cada persona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364992"/>
            <a:ext cx="350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 QUE NO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547872"/>
            <a:ext cx="350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B3A3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Dietas ni planes cerrados · El peso como medida del éxito · Separar lo alimentario de lo emocional · Culpa o presión sobre el cuerpo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@tunutrilaura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Temas para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conversar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55928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1986280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es realmente un TCA y qué no lo es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60400" y="257149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400" y="2644648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qué se puede tener un TCA con un peso normal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2860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0" y="1455928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Relación con la comida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986280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Dónde está la línea entre cuidarse y obsesionarse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286000" y="257149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86000" y="2644648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culpa después de comer: de dónde viene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9116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11600" y="1455928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Cultura de la dieta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11600" y="1986280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qué fallan las dietas y a quién le conviene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3911600" y="257149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11600" y="2644648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Cuando comer sano se convierte en obsesión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5372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37200" y="1455928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Imagen corporal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37200" y="1986280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Comentarios sobre el cuerpo, también los bienintencionados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537200" y="257149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37200" y="2644648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qué la báscula no es el único indicativo de salud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1628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62800" y="1455928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Nutrición y redes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62800" y="1986280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Consejos virales de nutrición y quién responde por ellos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162800" y="257149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62800" y="2644648"/>
            <a:ext cx="132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Cómo leer contenido de nutrición sin volverse loca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Cualquiera de estos temas se adapta al formato y a la duración del programa.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Preguntas que me podrías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hacer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36576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74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26160" y="14559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¿En qué momento comer saludable deja de ser saludable?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0400" y="2022856"/>
            <a:ext cx="36576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400" y="21874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6160" y="21691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¿Se puede estar enferma con un peso que parece saludable?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0400" y="2736088"/>
            <a:ext cx="36576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400" y="2900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6160" y="288239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¿Qué normalizamos socialmente que debería hacernos saltar las alarmas?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0400" y="3449320"/>
            <a:ext cx="36576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6000" y="1346200"/>
            <a:ext cx="36576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26000" y="14742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91760" y="14559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Si las dietas funcionaran, ¿por qué seguimos haciendo dietas?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26000" y="2022856"/>
            <a:ext cx="36576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26000" y="21874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191760" y="216916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¿Qué te hubiera gustado que te dijeran a los catorce años?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26000" y="2736088"/>
            <a:ext cx="36576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0" name="Shape 18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Son un punto de partida: el guion lo marcáis vosotros.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Mitos que me gustaría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desmontar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17272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65072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D8C1B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MITO</a:t>
            </a:r>
            <a:endParaRPr lang="en-US" sz="76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1675384"/>
            <a:ext cx="172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E5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“Los TCA se ven a simple vista.”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0400" y="2297176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400" y="2388616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REALIDAD</a:t>
            </a:r>
            <a:endParaRPr lang="en-US" sz="760" dirty="0"/>
          </a:p>
        </p:txBody>
      </p:sp>
      <p:sp>
        <p:nvSpPr>
          <p:cNvPr id="8" name="Text 6"/>
          <p:cNvSpPr txBox="1"/>
          <p:nvPr/>
        </p:nvSpPr>
        <p:spPr>
          <a:xfrm>
            <a:off x="660400" y="2589784"/>
            <a:ext cx="172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Casi nunca se ven.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2400" y="1346200"/>
            <a:ext cx="17272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2400" y="1465072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D8C1B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MITO</a:t>
            </a:r>
            <a:endParaRPr lang="en-US" sz="760" dirty="0"/>
          </a:p>
        </p:txBody>
      </p:sp>
      <p:sp>
        <p:nvSpPr>
          <p:cNvPr id="11" name="Text 9"/>
          <p:cNvSpPr txBox="1"/>
          <p:nvPr/>
        </p:nvSpPr>
        <p:spPr>
          <a:xfrm>
            <a:off x="2692400" y="1675384"/>
            <a:ext cx="172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E5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“Si quisiera, podría dejar de hacerlo.”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692400" y="2297176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92400" y="2388616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REALIDAD</a:t>
            </a:r>
            <a:endParaRPr lang="en-US" sz="760" dirty="0"/>
          </a:p>
        </p:txBody>
      </p:sp>
      <p:sp>
        <p:nvSpPr>
          <p:cNvPr id="14" name="Text 12"/>
          <p:cNvSpPr txBox="1"/>
          <p:nvPr/>
        </p:nvSpPr>
        <p:spPr>
          <a:xfrm>
            <a:off x="2692400" y="2589784"/>
            <a:ext cx="172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 es fuerza de voluntad.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24400" y="1346200"/>
            <a:ext cx="17272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24400" y="1465072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D8C1B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MITO</a:t>
            </a:r>
            <a:endParaRPr lang="en-US" sz="760" dirty="0"/>
          </a:p>
        </p:txBody>
      </p:sp>
      <p:sp>
        <p:nvSpPr>
          <p:cNvPr id="17" name="Text 15"/>
          <p:cNvSpPr txBox="1"/>
          <p:nvPr/>
        </p:nvSpPr>
        <p:spPr>
          <a:xfrm>
            <a:off x="4724400" y="1675384"/>
            <a:ext cx="172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E5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“Comer sano siempre es sano.”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24400" y="2297176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24400" y="2388616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REALIDAD</a:t>
            </a:r>
            <a:endParaRPr lang="en-US" sz="760" dirty="0"/>
          </a:p>
        </p:txBody>
      </p:sp>
      <p:sp>
        <p:nvSpPr>
          <p:cNvPr id="20" name="Text 18"/>
          <p:cNvSpPr txBox="1"/>
          <p:nvPr/>
        </p:nvSpPr>
        <p:spPr>
          <a:xfrm>
            <a:off x="4724400" y="2589784"/>
            <a:ext cx="172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Depende de a qué precio.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56400" y="1346200"/>
            <a:ext cx="17272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56400" y="1465072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D8C1B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MITO</a:t>
            </a:r>
            <a:endParaRPr lang="en-US" sz="760" dirty="0"/>
          </a:p>
        </p:txBody>
      </p:sp>
      <p:sp>
        <p:nvSpPr>
          <p:cNvPr id="23" name="Text 21"/>
          <p:cNvSpPr txBox="1"/>
          <p:nvPr/>
        </p:nvSpPr>
        <p:spPr>
          <a:xfrm>
            <a:off x="6756400" y="1675384"/>
            <a:ext cx="172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6E5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“Perder peso siempre es una buena noticia.”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756400" y="2297176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56400" y="2388616"/>
            <a:ext cx="172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REALIDAD</a:t>
            </a:r>
            <a:endParaRPr lang="en-US" sz="760" dirty="0"/>
          </a:p>
        </p:txBody>
      </p:sp>
      <p:sp>
        <p:nvSpPr>
          <p:cNvPr id="26" name="Text 24"/>
          <p:cNvSpPr txBox="1"/>
          <p:nvPr/>
        </p:nvSpPr>
        <p:spPr>
          <a:xfrm>
            <a:off x="6756400" y="2589784"/>
            <a:ext cx="172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Depende de cómo y por qué.</a:t>
            </a:r>
            <a:endParaRPr lang="en-US" sz="1400" dirty="0"/>
          </a:p>
        </p:txBody>
      </p:sp>
      <p:pic>
        <p:nvPicPr>
          <p:cNvPr id="27" name="Image 0" descr="img/espig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0400" y="3392424"/>
            <a:ext cx="7823200" cy="98755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@tunutrilaura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 mirada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profesional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2404533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74216"/>
            <a:ext cx="240453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ESPECIALIZACIÓN REAL</a:t>
            </a:r>
            <a:endParaRPr lang="en-US" sz="76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1693672"/>
            <a:ext cx="24045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Los TCA y la imagen corporal no son una parte de lo que hago: son lo que hago.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69733" y="1346200"/>
            <a:ext cx="2404533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69733" y="1474216"/>
            <a:ext cx="240453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LENGUAJE CLARO</a:t>
            </a:r>
            <a:endParaRPr lang="en-US" sz="760" dirty="0"/>
          </a:p>
        </p:txBody>
      </p:sp>
      <p:sp>
        <p:nvSpPr>
          <p:cNvPr id="8" name="Text 6"/>
          <p:cNvSpPr txBox="1"/>
          <p:nvPr/>
        </p:nvSpPr>
        <p:spPr>
          <a:xfrm>
            <a:off x="3369733" y="1693672"/>
            <a:ext cx="24045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Explico lo complejo sin tecnicismos y sin titulares engañosos.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79067" y="1346200"/>
            <a:ext cx="2404533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79067" y="1474216"/>
            <a:ext cx="240453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CUIDADO CON EL MENSAJE</a:t>
            </a:r>
            <a:endParaRPr lang="en-US" sz="760" dirty="0"/>
          </a:p>
        </p:txBody>
      </p:sp>
      <p:sp>
        <p:nvSpPr>
          <p:cNvPr id="11" name="Text 9"/>
          <p:cNvSpPr txBox="1"/>
          <p:nvPr/>
        </p:nvSpPr>
        <p:spPr>
          <a:xfrm>
            <a:off x="6079067" y="1693672"/>
            <a:ext cx="24045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Cómo se cuenta importa tanto como lo que se cuenta.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0400" y="3639312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400" y="3730752"/>
            <a:ext cx="172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UAM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60400" y="4023360"/>
            <a:ext cx="17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4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Grado en Nutrición Humana y Dietética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692400" y="3639312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92400" y="3730752"/>
            <a:ext cx="172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UEM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692400" y="4023360"/>
            <a:ext cx="17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4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Máster en Nutrición Clínica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724400" y="3639312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724400" y="3730752"/>
            <a:ext cx="172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CAT 2732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724400" y="4023360"/>
            <a:ext cx="17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4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Colegiada · CoDiNuCat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756400" y="3639312"/>
            <a:ext cx="1727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56400" y="3730752"/>
            <a:ext cx="172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TCA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756400" y="4023360"/>
            <a:ext cx="172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4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Experta en conducta alimentaria y psiconutrición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Formación en imagen corporal y alimentación intuitiva.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qué puedo </a:t>
            </a:r>
            <a:pPr indent="0" marL="0">
              <a:lnSpc>
                <a:spcPct val="100000"/>
              </a:lnSpc>
              <a:buNone/>
            </a:pPr>
            <a:r>
              <a:rPr lang="en-US" sz="3800" i="1" dirty="0">
                <a:solidFill>
                  <a:srgbClr val="A9787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participar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400" y="1455928"/>
            <a:ext cx="132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1711960"/>
            <a:ext cx="132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Podcast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0400" y="229717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0400" y="2406904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invitada o como voz recurrente.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22860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0" y="1455928"/>
            <a:ext cx="132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1711960"/>
            <a:ext cx="132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Entrevistas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229717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86000" y="2406904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Medios escritos y digitales.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9116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11600" y="1455928"/>
            <a:ext cx="132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11600" y="1711960"/>
            <a:ext cx="132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Radio y televisión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11600" y="229717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11600" y="2406904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directo o grabado.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5372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37200" y="1455928"/>
            <a:ext cx="132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37200" y="1711960"/>
            <a:ext cx="132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Charlas y eventos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7200" y="229717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37200" y="2406904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Ponencias y mesas redondas.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162800" y="1346200"/>
            <a:ext cx="132080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62800" y="1455928"/>
            <a:ext cx="132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62800" y="1711960"/>
            <a:ext cx="132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Colaboraciones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62800" y="2297176"/>
            <a:ext cx="13208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62800" y="2406904"/>
            <a:ext cx="132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3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 marcas afines y otros profesionales.</a:t>
            </a:r>
            <a:endParaRPr lang="en-US" sz="930" dirty="0"/>
          </a:p>
        </p:txBody>
      </p:sp>
      <p:pic>
        <p:nvPicPr>
          <p:cNvPr id="28" name="Image 0" descr="img/jarron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0400" y="3392424"/>
            <a:ext cx="7823200" cy="987552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Cualquier propuesta sobre alimentación, cuerpo y salud mental se valora caso por caso.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5536" y="365760"/>
            <a:ext cx="7932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Han dicho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60400" y="1346200"/>
            <a:ext cx="2404533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3824" y="1437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 ”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2077720"/>
            <a:ext cx="24045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 enfoque no pesocentrista y sin dietas me ha ayudado con la relación con la comida y con mi cuerpo.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60400" y="4041648"/>
            <a:ext cx="2404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60" b="1" spc="13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MARTA O. · SEGUIMIENTO MENSUAL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3369733" y="1346200"/>
            <a:ext cx="2404533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3157" y="1437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 ”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369733" y="2077720"/>
            <a:ext cx="24045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 ha ayudado a mejorar mi alimentación, pero sobre todo mi relación con la comida y conmigo misma.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369733" y="4041648"/>
            <a:ext cx="2404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60" b="1" spc="13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LAVIE R. · SEGUIMIENTO MENSUAL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079067" y="1346200"/>
            <a:ext cx="2404533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42491" y="143764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D9B6B3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 ”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079067" y="2077720"/>
            <a:ext cx="24045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ningún momento te sientes ni juzgada ni presionada: todo fluye con mucha naturalidad.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079067" y="4041648"/>
            <a:ext cx="2404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60" b="1" spc="13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MITSUMI M. · SEGUIMIENTO MENSUAL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60400" y="4610100"/>
            <a:ext cx="782320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0400" y="4813300"/>
            <a:ext cx="586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" kern="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Testimonios reales de pacientes, publicados con su autorización.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60400" y="4813300"/>
            <a:ext cx="782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5A5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ram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0400" y="4754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CONTACTO</a:t>
            </a:r>
            <a:endParaRPr lang="en-US" sz="760" dirty="0"/>
          </a:p>
        </p:txBody>
      </p:sp>
      <p:sp>
        <p:nvSpPr>
          <p:cNvPr id="4" name="Text 1"/>
          <p:cNvSpPr txBox="1"/>
          <p:nvPr/>
        </p:nvSpPr>
        <p:spPr>
          <a:xfrm>
            <a:off x="605536" y="6583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Escríbeme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60400" y="1517904"/>
            <a:ext cx="3931920" cy="12700"/>
          </a:xfrm>
          <a:prstGeom prst="rect">
            <a:avLst/>
          </a:prstGeom>
          <a:solidFill>
            <a:srgbClr val="A9787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60400" y="16642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CORREO</a:t>
            </a:r>
            <a:endParaRPr lang="en-US" sz="760" dirty="0"/>
          </a:p>
        </p:txBody>
      </p:sp>
      <p:sp>
        <p:nvSpPr>
          <p:cNvPr id="7" name="Text 4">
            <a:hlinkClick r:id="rId2" tooltip=""/>
          </p:cNvPr>
          <p:cNvSpPr txBox="1"/>
          <p:nvPr/>
        </p:nvSpPr>
        <p:spPr>
          <a:xfrm>
            <a:off x="1620520" y="16093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info@tunutrilaura.com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0400" y="1938528"/>
            <a:ext cx="393192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0400" y="206654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TELÉFONO</a:t>
            </a:r>
            <a:endParaRPr lang="en-US" sz="760" dirty="0"/>
          </a:p>
        </p:txBody>
      </p:sp>
      <p:sp>
        <p:nvSpPr>
          <p:cNvPr id="10" name="Text 7"/>
          <p:cNvSpPr txBox="1"/>
          <p:nvPr/>
        </p:nvSpPr>
        <p:spPr>
          <a:xfrm>
            <a:off x="1620520" y="2011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680 628 353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0400" y="2340864"/>
            <a:ext cx="393192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0400" y="24688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</a:t>
            </a:r>
            <a:endParaRPr lang="en-US" sz="760" dirty="0"/>
          </a:p>
        </p:txBody>
      </p:sp>
      <p:sp>
        <p:nvSpPr>
          <p:cNvPr id="13" name="Text 10">
            <a:hlinkClick r:id="rId3" tooltip=""/>
          </p:cNvPr>
          <p:cNvSpPr txBox="1"/>
          <p:nvPr/>
        </p:nvSpPr>
        <p:spPr>
          <a:xfrm>
            <a:off x="1620520" y="241401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tunutrilaura.com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60400" y="2743200"/>
            <a:ext cx="393192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0400" y="28712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spc="15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REDES</a:t>
            </a:r>
            <a:endParaRPr lang="en-US" sz="760" dirty="0"/>
          </a:p>
        </p:txBody>
      </p:sp>
      <p:sp>
        <p:nvSpPr>
          <p:cNvPr id="16" name="Text 13">
            <a:hlinkClick r:id="rId4" tooltip=""/>
          </p:cNvPr>
          <p:cNvSpPr txBox="1"/>
          <p:nvPr/>
        </p:nvSpPr>
        <p:spPr>
          <a:xfrm>
            <a:off x="1620520" y="2816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4B3A3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@tunutrilaura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0400" y="3145536"/>
            <a:ext cx="3931920" cy="6350"/>
          </a:xfrm>
          <a:prstGeom prst="rect">
            <a:avLst/>
          </a:prstGeom>
          <a:solidFill>
            <a:srgbClr val="D8C1B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0400" y="338328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6E5A55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¿Un podcast, una entrevista o una colaboración? Lo vemos con calma.</a:t>
            </a:r>
            <a:endParaRPr lang="en-US" sz="1300" dirty="0"/>
          </a:p>
        </p:txBody>
      </p:sp>
      <p:pic>
        <p:nvPicPr>
          <p:cNvPr id="19" name="Image 1" descr="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00" y="4133088"/>
            <a:ext cx="1271016" cy="539496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468880" y="422452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90000"/>
              </a:lnSpc>
              <a:buNone/>
            </a:pPr>
            <a:r>
              <a:rPr lang="en-US" sz="740" spc="10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Laura Barbero Mora</a:t>
            </a:r>
            <a:endParaRPr lang="en-US" sz="740" dirty="0"/>
          </a:p>
          <a:p>
            <a:pPr algn="r" indent="0" marL="0">
              <a:lnSpc>
                <a:spcPct val="190000"/>
              </a:lnSpc>
              <a:buNone/>
            </a:pPr>
            <a:r>
              <a:rPr lang="en-US" sz="740" spc="100" kern="0" dirty="0">
                <a:solidFill>
                  <a:srgbClr val="A978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Dietista-nutricionista · CAT2732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Kit 2026 · Tunutrilaura</dc:title>
  <dc:subject>PptxGenJS Presentation</dc:subject>
  <dc:creator>Laura Barbero Mora</dc:creator>
  <cp:lastModifiedBy>Laura Barbero Mora</cp:lastModifiedBy>
  <cp:revision>1</cp:revision>
  <dcterms:created xsi:type="dcterms:W3CDTF">2026-09-29T05:59:15Z</dcterms:created>
  <dcterms:modified xsi:type="dcterms:W3CDTF">2026-09-29T05:59:15Z</dcterms:modified>
</cp:coreProperties>
</file>